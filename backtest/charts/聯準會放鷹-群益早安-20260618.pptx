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BA6F7"/>
                </a:solidFill>
                <a:latin typeface="Microsoft JhengHei"/>
              </a:defRPr>
            </a:pPr>
            <a:r>
              <a:t>聯準會放鷹！今年恐升息？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086"/>
                </a:solidFill>
                <a:latin typeface="Microsoft JhengHei"/>
              </a:defRPr>
            </a:pPr>
            <a:r>
              <a:t>2026/6/18(四) 群益早安｜財經大事深度解析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086"/>
                </a:solidFill>
                <a:latin typeface="Microsoft JhengHei"/>
              </a:defRPr>
            </a:pPr>
            <a:r>
              <a:t>分析師：鍾俊雄 (CSIA) ｜ 群益期貨證券投資分析師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3200400" cy="45720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CDD6F4"/>
                </a:solidFill>
                <a:latin typeface="Microsoft JhengHei"/>
              </a:defRPr>
            </a:pPr>
            <a:r>
              <a:t>📅 2026-06-18 (四) 端午連假前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303520"/>
            <a:ext cx="2286000" cy="4114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A6E3A1"/>
                </a:solidFill>
                <a:latin typeface="Microsoft JhengHei"/>
              </a:defRPr>
            </a:pPr>
            <a:r>
              <a:t>#Fed利率決議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5303520"/>
            <a:ext cx="2286000" cy="4114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A6E3A1"/>
                </a:solidFill>
                <a:latin typeface="Microsoft JhengHei"/>
              </a:defRPr>
            </a:pPr>
            <a:r>
              <a:t>#點陣圖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5303520"/>
            <a:ext cx="2286000" cy="4114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A6E3A1"/>
                </a:solidFill>
                <a:latin typeface="Microsoft JhengHei"/>
              </a:defRPr>
            </a:pPr>
            <a:r>
              <a:t>#新主席風格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59" y="5303520"/>
            <a:ext cx="2286000" cy="4114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A6E3A1"/>
                </a:solidFill>
                <a:latin typeface="Microsoft JhengHei"/>
              </a:defRPr>
            </a:pPr>
            <a:r>
              <a:t>#美伊協議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BA6F7"/>
                </a:solidFill>
                <a:latin typeface="Microsoft JhengHei"/>
              </a:defRPr>
            </a:pPr>
            <a:r>
              <a:t>📌 聯準會利率決議 — 聲明驚變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2286000" cy="381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9B4FA"/>
                </a:solidFill>
                <a:latin typeface="Microsoft JhengHei"/>
              </a:defRPr>
            </a:pPr>
            <a:r>
              <a:t>📝 會議聲明長度驟減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本次聲明僅 130 字，過去均 300+ 字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篇幅減少近 60%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新主席 WV 不希望給「前瞻指引」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他認為記者會才是更好的溝通場合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避免聯準會淪為「表態窮途」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2286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6E3A1"/>
                </a:solidFill>
                <a:latin typeface="Microsoft JhengHei"/>
              </a:defRPr>
            </a:pPr>
            <a:r>
              <a:t>📊 經濟預測 (SEP) 重點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GDP 增速略調降，仍維持 2% 以上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核心 PCE 預估升至 3.3%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失業率預估下行 — 經濟仍穩健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通膨預估偏高 → 官員立場偏鷹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聲明刪除調整利率措施，強調穩定物價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5303520" cy="25603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40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252"/>
                </a:solidFill>
                <a:latin typeface="Microsoft JhengHei"/>
              </a:defRPr>
            </a:pPr>
            <a:r>
              <a:t>🔴 點陣圖 (Dot Plot) 鷹派轉向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50292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18 位投票官員中 9 位支持今年升息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利率位階較 3 月會議明顯上移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中位數路徑：今年升息 → 明年降息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並非趨勢轉變，僅是「一個波折」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2027 年顯示更多官員轉向較高利率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前主席首次不提交利率預測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49039"/>
            <a:ext cx="5303520" cy="25603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840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EDB5C"/>
                </a:solidFill>
                <a:latin typeface="Microsoft JhengHei"/>
              </a:defRPr>
            </a:pPr>
            <a:r>
              <a:t>💡 分析師解讀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206240"/>
            <a:ext cx="50292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雖然鷹派，但並未到「貨幣政策轉向」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對比 2022 年連續升息循環 — 差別很大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利率方向只是多了一個小波折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市場定價可能過於激進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OIS 預估 10 月升息 + 明年初再升 → 共 2 碼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但點陣圖並未支持連續升息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BA6F7"/>
                </a:solidFill>
                <a:latin typeface="Microsoft JhengHei"/>
              </a:defRPr>
            </a:pPr>
            <a:r>
              <a:t>👤 新聯準會主席 WV 首秀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2286000" cy="381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9B4FA"/>
                </a:solidFill>
                <a:latin typeface="Microsoft JhengHei"/>
              </a:defRPr>
            </a:pPr>
            <a:r>
              <a:t>🎯 風格鮮明 — 精簡務實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521208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聲明僅 130 字，展現全新風格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會後記者會才是政策溝通的主場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不希望給前瞻指引 → 避免前後不一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認為聯準會不應扮演「聯準會賣權」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希望市場多用「經濟數據」判斷，而非 Fed 預估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25603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6E3A1"/>
                </a:solidFill>
                <a:latin typeface="Microsoft JhengHei"/>
              </a:defRPr>
            </a:pPr>
            <a:r>
              <a:t>🏛️ 五大工作組 (Working Groups)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50292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1. 貨幣政策溝通方式改革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2. 資產負債表管理策略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3. 引入私人部門數據 + AI 分析工具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4. AI 對就業長期影響探討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5. 通膨衡量框架更新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5303520" cy="2286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BA6F7"/>
                </a:solidFill>
                <a:latin typeface="Microsoft JhengHei"/>
              </a:defRPr>
            </a:pPr>
            <a:r>
              <a:t>🔮 未來展望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805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未來將鼓勵其他官員也不提交利率預測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SEP (經濟預測摘要) 可能逐漸減少參與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長期甚至可能消失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聯準會獨立性：不受政治干預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與財政部長定期聚餐溝通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023360"/>
            <a:ext cx="5303520" cy="2286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252"/>
                </a:solidFill>
                <a:latin typeface="Microsoft JhengHei"/>
              </a:defRPr>
            </a:pPr>
            <a:r>
              <a:t>⚠️ 縮表議題需關注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4805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WV 不喜歡擴表 / QE 干預市場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資產負債表 6.7 兆美元（已從 8-9 兆降）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成立工作組評估縮表可行性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縮表 + 升息的「雙緊縮效果」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參考 2022 年：對股市波動影響極大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但目前中東局勢不確定性高，短期難推行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BA6F7"/>
                </a:solidFill>
                <a:latin typeface="Microsoft JhengHei"/>
              </a:defRPr>
            </a:pPr>
            <a:r>
              <a:t>🌍 美伊簽署備忘錄 + 油價下行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2286000" cy="381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6E3A1"/>
                </a:solidFill>
                <a:latin typeface="Microsoft JhengHei"/>
              </a:defRPr>
            </a:pPr>
            <a:r>
              <a:t>🤝 美伊臨時和平協議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雙方已以「電子方式」簽署備忘錄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原定週五瑞士簽字儀式，已提前完成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60 天停戰開始，荷姆茲海峽將陸續通行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伊朗制裁解除將持續進行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分析：局勢已明顯好轉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2286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BA6F7"/>
                </a:solidFill>
                <a:latin typeface="Microsoft JhengHei"/>
              </a:defRPr>
            </a:pPr>
            <a:r>
              <a:t>🛢️ 油價明顯下行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西德州原油目前在 75 美元/桶左右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從高點已有大幅度回落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80 美元以上壓力較大 → 現在已舒緩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油價若持續溫和 → 通膨數據可望降溫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葉倫：若無川普發動戰爭，美國早已降息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10972800" cy="25603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4047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DD6F4"/>
                </a:solidFill>
                <a:latin typeface="Microsoft JhengHei"/>
              </a:defRPr>
            </a:pPr>
            <a:r>
              <a:t>🔗 連鎖效應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1069848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油價下行 → 通膨預期降溫 → 各國央行緊縮壓力減輕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歐洲央行：已升息 1 碼，原預定 3 碼 → 現在僅剩 1 碼空間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澳洲央行：今年首次維持利率不變，升息預期大幅降低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5 月通膨可能是高點 → 後續 Fed 官員立場可能鬆動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分析師判斷：即使升息，力道也不會太強，類似 1996-1997 年模式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BA6F7"/>
                </a:solidFill>
                <a:latin typeface="Microsoft JhengHei"/>
              </a:defRPr>
            </a:pPr>
            <a:r>
              <a:t>🌐 全球金融市場反應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2286000" cy="381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24688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9B4FA"/>
                </a:solidFill>
                <a:latin typeface="Microsoft JhengHei"/>
              </a:defRPr>
            </a:pPr>
            <a:r>
              <a:t>🇺🇸 美股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標普 500 ▼1.21%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道瓊 ▼0.98%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那斯達克 ▼0.99%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費半 ▲1.38% (強勢)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七巨頭修正較大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66160" cy="24688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BA6F7"/>
                </a:solidFill>
                <a:latin typeface="Microsoft JhengHei"/>
              </a:defRPr>
            </a:pPr>
            <a:r>
              <a:t>🇯🇵 日股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6459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日經 ▲1.72% (創新高)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BOJ 未釋鷹派訊號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日圓持續偏弱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升息預期鬆動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物價未如預期升溫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566160" cy="24688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6E3A1"/>
                </a:solidFill>
                <a:latin typeface="Microsoft JhengHei"/>
              </a:defRPr>
            </a:pPr>
            <a:r>
              <a:t>🇪🇺 歐股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▲1.52% (貨幣政策前)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德國投資者情緒轉樂觀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中東戰事收尾提振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ECB 剩 1 碼升息空間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若油價續跌 → 可能消失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3566160" cy="24688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02335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8BA8"/>
                </a:solidFill>
                <a:latin typeface="Microsoft JhengHei"/>
              </a:defRPr>
            </a:pPr>
            <a:r>
              <a:t>🇹🇼 台股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891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外資賣超 200 億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期貨空單 67,000 口 (高)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端午連假前觀望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美股週五也休市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空窗期長，謹慎應對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931920"/>
            <a:ext cx="3566160" cy="24688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02335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EDB5C"/>
                </a:solidFill>
                <a:latin typeface="Microsoft JhengHei"/>
              </a:defRPr>
            </a:pPr>
            <a:r>
              <a:t>🏅 黃金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3891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Fed 決議後暴跌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跌深反彈但壓力仍大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受貨幣政策影響顯著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短期波動風險高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931920"/>
            <a:ext cx="3566160" cy="24688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02335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E964B"/>
                </a:solidFill>
                <a:latin typeface="Microsoft JhengHei"/>
              </a:defRPr>
            </a:pPr>
            <a:r>
              <a:t>💱 匯市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3891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美元轉強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日圓弱勢震盪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歐元回落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加幣偏弱(美加墨協議)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澳幣偏弱(央行按兵不動)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BA6F7"/>
                </a:solidFill>
                <a:latin typeface="Microsoft JhengHei"/>
              </a:defRPr>
            </a:pPr>
            <a:r>
              <a:t>🇹🇼 台股端午連假 — 操作策略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2286000" cy="381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252"/>
                </a:solidFill>
                <a:latin typeface="Microsoft JhengHei"/>
              </a:defRPr>
            </a:pPr>
            <a:r>
              <a:t>⚠️ 當前市場風險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外資昨日賣超約 200 億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期貨空單部位高達 67,000 口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聯準會升息預期升溫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利率走揚 → 資金可能偏保守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端午連假 + 美國週五休市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空窗期長，市場情緒謹慎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2286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6E3A1"/>
                </a:solidFill>
                <a:latin typeface="Microsoft JhengHei"/>
              </a:defRPr>
            </a:pPr>
            <a:r>
              <a:t>💡 分析師建議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不急著進場，先觀察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貨幣政策發酵需時間消化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本次雖偏鷹，但「沒有鷹到」轉向程度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不須過度悲觀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連假期間保持謹慎即可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後續關注：油價、通膨數據、Fed 官員談話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5303520" cy="25603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40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9B4FA"/>
                </a:solidFill>
                <a:latin typeface="Microsoft JhengHei"/>
              </a:defRPr>
            </a:pPr>
            <a:r>
              <a:t>📊 台股技術面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50292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昨天台指結算，開低走高，收盤不錯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凌晨 ADR 收漲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檯面上外資偏空，但電子期有撐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費半強勢 ▲1.38% — 半導體仍為焦點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橫生 (恆生) 偏弱震盪，空頭排列壓力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• A50 大幅震盪，整數關卡壓力明顯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49039"/>
            <a:ext cx="5303520" cy="25603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840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BA6F7"/>
                </a:solidFill>
                <a:latin typeface="Microsoft JhengHei"/>
              </a:defRPr>
            </a:pPr>
            <a:r>
              <a:t>🔮 後續觀察重點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206240"/>
            <a:ext cx="50292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1. 油價是否持續下行 — 通膨關鍵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2. Fed 官員後續談話立場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3. 美伊協議執行進度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4. 市場利率定價是否收斂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5. 外資期貨空單變化</a:t>
            </a:r>
          </a:p>
          <a:p>
            <a:pPr>
              <a:spcAft>
                <a:spcPts val="400"/>
              </a:spcAft>
              <a:defRPr sz="1100">
                <a:solidFill>
                  <a:srgbClr val="CDD6F4"/>
                </a:solidFill>
                <a:latin typeface="Microsoft JhengHei"/>
              </a:defRPr>
            </a:pPr>
            <a:r>
              <a:t>6. 端午後資金回流狀況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BA6F7"/>
                </a:solidFill>
                <a:latin typeface="Microsoft JhengHei"/>
              </a:defRPr>
            </a:pPr>
            <a:r>
              <a:t>📌 總結：核心觀點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2286000" cy="381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1E2E"/>
                </a:solidFill>
                <a:latin typeface="Microsoft JhengHei"/>
              </a:defRPr>
            </a:pPr>
            <a:r>
              <a:t>1️⃣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9B4FA"/>
                </a:solidFill>
                <a:latin typeface="Microsoft JhengHei"/>
              </a:defRPr>
            </a:pPr>
            <a:r>
              <a:t>Fed 放鷹 ≠ 貨幣政策轉向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173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086"/>
                </a:solidFill>
                <a:latin typeface="Microsoft JhengHei"/>
              </a:defRPr>
            </a:pPr>
            <a:r>
              <a:t>點陣圖顯示今年可能升息，但之後就降息，僅為「一個波折」而非趨勢逆轉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48839"/>
            <a:ext cx="502920" cy="502920"/>
          </a:xfrm>
          <a:prstGeom prst="ellipse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1E2E"/>
                </a:solidFill>
                <a:latin typeface="Microsoft JhengHei"/>
              </a:defRPr>
            </a:pPr>
            <a:r>
              <a:t>2️⃣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BA6F7"/>
                </a:solidFill>
                <a:latin typeface="Microsoft JhengHei"/>
              </a:defRPr>
            </a:pPr>
            <a:r>
              <a:t>新主席 WV 帶來制度性變革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7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086"/>
                </a:solidFill>
                <a:latin typeface="Microsoft JhengHei"/>
              </a:defRPr>
            </a:pPr>
            <a:r>
              <a:t>廢除前瞻指引、精簡聲明、可能終結 SEP，聯準會溝通風格將徹底改變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00400"/>
            <a:ext cx="502920" cy="502920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1E2E"/>
                </a:solidFill>
                <a:latin typeface="Microsoft JhengHei"/>
              </a:defRPr>
            </a:pPr>
            <a:r>
              <a:t>3️⃣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6E3A1"/>
                </a:solidFill>
                <a:latin typeface="Microsoft JhengHei"/>
              </a:defRPr>
            </a:pPr>
            <a:r>
              <a:t>美伊協議 + 油價下行是最大變數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20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086"/>
                </a:solidFill>
                <a:latin typeface="Microsoft JhengHei"/>
              </a:defRPr>
            </a:pPr>
            <a:r>
              <a:t>若油價持續溫和，通膨可望降溫，Fed 升息預期可能鬆動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251959"/>
            <a:ext cx="502920" cy="502920"/>
          </a:xfrm>
          <a:prstGeom prst="ellipse">
            <a:avLst/>
          </a:prstGeom>
          <a:solidFill>
            <a:srgbClr val="FED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1E2E"/>
                </a:solidFill>
                <a:latin typeface="Microsoft JhengHei"/>
              </a:defRPr>
            </a:pPr>
            <a:r>
              <a:t>4️⃣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EDB5C"/>
                </a:solidFill>
                <a:latin typeface="Microsoft JhengHei"/>
              </a:defRPr>
            </a:pPr>
            <a:r>
              <a:t>市場定價可能過於激進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57199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086"/>
                </a:solidFill>
                <a:latin typeface="Microsoft JhengHei"/>
              </a:defRPr>
            </a:pPr>
            <a:r>
              <a:t>OIS 預估 2 碼升息 vs 點陣圖僅 1 碼，後續應該會收斂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502920" cy="50292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1E2E"/>
                </a:solidFill>
                <a:latin typeface="Microsoft JhengHei"/>
              </a:defRPr>
            </a:pPr>
            <a:r>
              <a:t>5️⃣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8BA8"/>
                </a:solidFill>
                <a:latin typeface="Microsoft JhengHei"/>
              </a:defRPr>
            </a:pPr>
            <a:r>
              <a:t>台股連假前謹慎，不必悲觀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62355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086"/>
                </a:solidFill>
                <a:latin typeface="Microsoft JhengHei"/>
              </a:defRPr>
            </a:pPr>
            <a:r>
              <a:t>外資偏空 + 連假效應，但費半強勢、ADR 收漲，中長線仍有支撐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086"/>
                </a:solidFill>
                <a:latin typeface="Microsoft JhengHei"/>
              </a:defRPr>
            </a:pPr>
            <a:r>
              <a:t>資料來源：群益早安 2026/6/18 ｜ 分析師：鍾俊雄 ｜ PPT 自動生成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